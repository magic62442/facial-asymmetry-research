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mm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40205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mm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04338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68471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32604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mm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96737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mm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60870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mm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25003" y="73152"/>
            <a:ext cx="104584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mm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" y="97917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 Truth</a:t>
            </a:r>
            <a:endParaRPr lang="en-US" sz="800" dirty="0"/>
          </a:p>
        </p:txBody>
      </p:sp>
      <p:pic>
        <p:nvPicPr>
          <p:cNvPr id="11" name="Image 0" descr="/Users/lqy/Desktop/research/lele/facial-asymmetry/pptx/kedian/1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2583"/>
            <a:ext cx="1045845" cy="1129205"/>
          </a:xfrm>
          <a:prstGeom prst="rect">
            <a:avLst/>
          </a:prstGeom>
        </p:spPr>
      </p:pic>
      <p:pic>
        <p:nvPicPr>
          <p:cNvPr id="12" name="Image 1" descr="/Users/lqy/Desktop/research/lele/facial-asymmetry/pptx/kedian/2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05" y="542583"/>
            <a:ext cx="1045845" cy="1129205"/>
          </a:xfrm>
          <a:prstGeom prst="rect">
            <a:avLst/>
          </a:prstGeom>
        </p:spPr>
      </p:pic>
      <p:pic>
        <p:nvPicPr>
          <p:cNvPr id="13" name="Image 2" descr="/Users/lqy/Desktop/research/lele/facial-asymmetry/pptx/kedian/3_g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338" y="542583"/>
            <a:ext cx="1045845" cy="1129205"/>
          </a:xfrm>
          <a:prstGeom prst="rect">
            <a:avLst/>
          </a:prstGeom>
        </p:spPr>
      </p:pic>
      <p:pic>
        <p:nvPicPr>
          <p:cNvPr id="14" name="Image 3" descr="/Users/lqy/Desktop/research/lele/facial-asymmetry/pptx/kedian/4_g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471" y="542583"/>
            <a:ext cx="1045845" cy="1129205"/>
          </a:xfrm>
          <a:prstGeom prst="rect">
            <a:avLst/>
          </a:prstGeom>
        </p:spPr>
      </p:pic>
      <p:pic>
        <p:nvPicPr>
          <p:cNvPr id="15" name="Image 4" descr="/Users/lqy/Desktop/research/lele/facial-asymmetry/pptx/kedian/5_g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04" y="542583"/>
            <a:ext cx="1045845" cy="1129205"/>
          </a:xfrm>
          <a:prstGeom prst="rect">
            <a:avLst/>
          </a:prstGeom>
        </p:spPr>
      </p:pic>
      <p:pic>
        <p:nvPicPr>
          <p:cNvPr id="16" name="Image 5" descr="/Users/lqy/Desktop/research/lele/facial-asymmetry/pptx/kedian/6_g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6737" y="542583"/>
            <a:ext cx="1045845" cy="1129205"/>
          </a:xfrm>
          <a:prstGeom prst="rect">
            <a:avLst/>
          </a:prstGeom>
        </p:spPr>
      </p:pic>
      <p:pic>
        <p:nvPicPr>
          <p:cNvPr id="17" name="Image 6" descr="/Users/lqy/Desktop/research/lele/facial-asymmetry/pptx/kedian/7_g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870" y="542583"/>
            <a:ext cx="1045845" cy="1129205"/>
          </a:xfrm>
          <a:prstGeom prst="rect">
            <a:avLst/>
          </a:prstGeom>
        </p:spPr>
      </p:pic>
      <p:pic>
        <p:nvPicPr>
          <p:cNvPr id="18" name="Image 7" descr="/Users/lqy/Desktop/research/lele/facial-asymmetry/pptx/kedian/8_g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5003" y="542583"/>
            <a:ext cx="1045845" cy="112920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3152" y="257175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MeshMonk</a:t>
            </a:r>
            <a:endParaRPr lang="en-US" sz="800" dirty="0"/>
          </a:p>
        </p:txBody>
      </p:sp>
      <p:pic>
        <p:nvPicPr>
          <p:cNvPr id="20" name="Image 8" descr="/Users/lqy/Desktop/research/lele/facial-asymmetry/pptx/kedian/1_m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" y="2135163"/>
            <a:ext cx="1045845" cy="1129205"/>
          </a:xfrm>
          <a:prstGeom prst="rect">
            <a:avLst/>
          </a:prstGeom>
        </p:spPr>
      </p:pic>
      <p:pic>
        <p:nvPicPr>
          <p:cNvPr id="21" name="Image 9" descr="/Users/lqy/Desktop/research/lele/facial-asymmetry/pptx/kedian/2_m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0205" y="2135163"/>
            <a:ext cx="1045845" cy="1129205"/>
          </a:xfrm>
          <a:prstGeom prst="rect">
            <a:avLst/>
          </a:prstGeom>
        </p:spPr>
      </p:pic>
      <p:pic>
        <p:nvPicPr>
          <p:cNvPr id="22" name="Image 10" descr="/Users/lqy/Desktop/research/lele/facial-asymmetry/pptx/kedian/3_m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4338" y="2135163"/>
            <a:ext cx="1045845" cy="1129205"/>
          </a:xfrm>
          <a:prstGeom prst="rect">
            <a:avLst/>
          </a:prstGeom>
        </p:spPr>
      </p:pic>
      <p:pic>
        <p:nvPicPr>
          <p:cNvPr id="23" name="Image 11" descr="/Users/lqy/Desktop/research/lele/facial-asymmetry/pptx/kedian/4_m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8471" y="2135163"/>
            <a:ext cx="1045845" cy="1129205"/>
          </a:xfrm>
          <a:prstGeom prst="rect">
            <a:avLst/>
          </a:prstGeom>
        </p:spPr>
      </p:pic>
      <p:pic>
        <p:nvPicPr>
          <p:cNvPr id="24" name="Image 12" descr="/Users/lqy/Desktop/research/lele/facial-asymmetry/pptx/kedian/5_m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2604" y="2135163"/>
            <a:ext cx="1045845" cy="1129205"/>
          </a:xfrm>
          <a:prstGeom prst="rect">
            <a:avLst/>
          </a:prstGeom>
        </p:spPr>
      </p:pic>
      <p:pic>
        <p:nvPicPr>
          <p:cNvPr id="25" name="Image 13" descr="/Users/lqy/Desktop/research/lele/facial-asymmetry/pptx/kedian/6_m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6737" y="2135163"/>
            <a:ext cx="1045845" cy="1129205"/>
          </a:xfrm>
          <a:prstGeom prst="rect">
            <a:avLst/>
          </a:prstGeom>
        </p:spPr>
      </p:pic>
      <p:pic>
        <p:nvPicPr>
          <p:cNvPr id="26" name="Image 14" descr="/Users/lqy/Desktop/research/lele/facial-asymmetry/pptx/kedian/7_mm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870" y="2135163"/>
            <a:ext cx="1045845" cy="1129205"/>
          </a:xfrm>
          <a:prstGeom prst="rect">
            <a:avLst/>
          </a:prstGeom>
        </p:spPr>
      </p:pic>
      <p:pic>
        <p:nvPicPr>
          <p:cNvPr id="27" name="Image 15" descr="/Users/lqy/Desktop/research/lele/facial-asymmetry/pptx/kedian/8_mm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5003" y="2135163"/>
            <a:ext cx="1045845" cy="112920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73152" y="416433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ICP</a:t>
            </a:r>
            <a:endParaRPr lang="en-US" sz="800" dirty="0"/>
          </a:p>
        </p:txBody>
      </p:sp>
      <p:pic>
        <p:nvPicPr>
          <p:cNvPr id="29" name="Image 16" descr="/Users/lqy/Desktop/research/lele/facial-asymmetry/pptx/kedian/1_ic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6072" y="3727743"/>
            <a:ext cx="1045845" cy="1129205"/>
          </a:xfrm>
          <a:prstGeom prst="rect">
            <a:avLst/>
          </a:prstGeom>
        </p:spPr>
      </p:pic>
      <p:pic>
        <p:nvPicPr>
          <p:cNvPr id="30" name="Image 17" descr="/Users/lqy/Desktop/research/lele/facial-asymmetry/pptx/kedian/2_ic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40205" y="3727743"/>
            <a:ext cx="1045845" cy="1129205"/>
          </a:xfrm>
          <a:prstGeom prst="rect">
            <a:avLst/>
          </a:prstGeom>
        </p:spPr>
      </p:pic>
      <p:pic>
        <p:nvPicPr>
          <p:cNvPr id="31" name="Image 18" descr="/Users/lqy/Desktop/research/lele/facial-asymmetry/pptx/kedian/3_ic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04338" y="3727743"/>
            <a:ext cx="1045845" cy="1129205"/>
          </a:xfrm>
          <a:prstGeom prst="rect">
            <a:avLst/>
          </a:prstGeom>
        </p:spPr>
      </p:pic>
      <p:pic>
        <p:nvPicPr>
          <p:cNvPr id="32" name="Image 19" descr="/Users/lqy/Desktop/research/lele/facial-asymmetry/pptx/kedian/4_icp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68471" y="3727743"/>
            <a:ext cx="1045845" cy="1129205"/>
          </a:xfrm>
          <a:prstGeom prst="rect">
            <a:avLst/>
          </a:prstGeom>
        </p:spPr>
      </p:pic>
      <p:pic>
        <p:nvPicPr>
          <p:cNvPr id="33" name="Image 20" descr="/Users/lqy/Desktop/research/lele/facial-asymmetry/pptx/kedian/5_ic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32604" y="3727743"/>
            <a:ext cx="1045845" cy="1129205"/>
          </a:xfrm>
          <a:prstGeom prst="rect">
            <a:avLst/>
          </a:prstGeom>
        </p:spPr>
      </p:pic>
      <p:pic>
        <p:nvPicPr>
          <p:cNvPr id="34" name="Image 21" descr="/Users/lqy/Desktop/research/lele/facial-asymmetry/pptx/kedian/6_icp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6737" y="3727743"/>
            <a:ext cx="1045845" cy="1129205"/>
          </a:xfrm>
          <a:prstGeom prst="rect">
            <a:avLst/>
          </a:prstGeom>
        </p:spPr>
      </p:pic>
      <p:pic>
        <p:nvPicPr>
          <p:cNvPr id="35" name="Image 22" descr="/Users/lqy/Desktop/research/lele/facial-asymmetry/pptx/kedian/7_icp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60870" y="3727743"/>
            <a:ext cx="1045845" cy="1129205"/>
          </a:xfrm>
          <a:prstGeom prst="rect">
            <a:avLst/>
          </a:prstGeom>
        </p:spPr>
      </p:pic>
      <p:pic>
        <p:nvPicPr>
          <p:cNvPr id="36" name="Image 23" descr="/Users/lqy/Desktop/research/lele/facial-asymmetry/pptx/kedian/8_icp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25003" y="3727743"/>
            <a:ext cx="1045845" cy="1129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2026-03-06T03:37:00Z</dcterms:created>
  <dcterms:modified xsi:type="dcterms:W3CDTF">2026-03-06T03:37:00Z</dcterms:modified>
</cp:coreProperties>
</file>